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B588E3-062D-4AAC-A799-1175A2FB6B9E}">
  <a:tblStyle styleId="{EBB588E3-062D-4AAC-A799-1175A2FB6B9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285F4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285F4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285F4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285F4"/>
          </a:solidFill>
        </a:fill>
      </a:tcStyle>
    </a:firstRow>
    <a:neCell>
      <a:tcTxStyle b="off" i="off"/>
    </a:neCell>
    <a:nwCell>
      <a:tcTxStyle b="off" i="off"/>
    </a:nwCell>
  </a:tblStyle>
  <a:tblStyle styleId="{58AE612E-0927-4370-9480-019F5B6FB3C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6428676-EFBD-4402-BE8F-409962069F54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e033b690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9e033b690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e12ceebc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9e12ceebc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e12ceebc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9e12ceebc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e12ceebc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9e12ceebc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e12ceebca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9e12ceebca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e033b690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9e033b690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e033b690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9e033b690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e033b690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9e033b690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dbc04853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9dbc04853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e033b690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9e033b690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e033b690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9e033b690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/>
        </p:nvSpPr>
        <p:spPr>
          <a:xfrm>
            <a:off x="0" y="4573675"/>
            <a:ext cx="918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Marathwada Mitra Mandal’s College of Engineering          </a:t>
            </a:r>
            <a:endParaRPr b="0" i="0" sz="15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     </a:t>
            </a:r>
            <a:endParaRPr b="1" i="0" sz="15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2300" y="4575112"/>
            <a:ext cx="513526" cy="5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5175" y="4618450"/>
            <a:ext cx="633511" cy="4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react.js" TargetMode="External"/><Relationship Id="rId4" Type="http://schemas.openxmlformats.org/officeDocument/2006/relationships/hyperlink" Target="https://www.kaggle.com/datasets/imgojo/final-dataset-256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kaggle.com/code/imgojo/face-engagement" TargetMode="External"/><Relationship Id="rId4" Type="http://schemas.openxmlformats.org/officeDocument/2006/relationships/hyperlink" Target="https://keras.io/api/applications/" TargetMode="External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235500" y="134975"/>
            <a:ext cx="8520600" cy="14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Marathwada Mitra Mandal's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COLLEGE OF ENGINEERING, Karve Nagar, Pune - 52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An Autonomous Institute Affiliated to SPPU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Website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www.mmcoe.edu.in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  email id: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mmcoe@mmcoe.edu.in</a:t>
            </a:r>
            <a:endParaRPr sz="1200">
              <a:solidFill>
                <a:srgbClr val="941A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900">
              <a:solidFill>
                <a:srgbClr val="5C2D9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979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13843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</a:t>
            </a:r>
            <a:endParaRPr b="1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94925" y="2156375"/>
            <a:ext cx="8952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Project Based Learning - Review 2 (AY 2025-26)</a:t>
            </a:r>
            <a:r>
              <a:rPr b="0" i="0" lang="en" sz="17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17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1" lang="en" sz="30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EduBridge</a:t>
            </a:r>
            <a:r>
              <a:rPr b="1" i="0" lang="en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b="1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-22850" y="3360825"/>
            <a:ext cx="445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Presented By: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&lt;&lt;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SI154  Gaurav Jadhav&gt;&gt;</a:t>
            </a:r>
            <a:endParaRPr b="0" i="0" sz="14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&lt;&lt;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SI167  Shreyash Mandlapure</a:t>
            </a: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&gt;&gt;</a:t>
            </a:r>
            <a:endParaRPr b="0" i="0" sz="14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</a:t>
            </a:r>
            <a:endParaRPr b="0" i="0" sz="14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400" y="224750"/>
            <a:ext cx="834799" cy="82464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6713150" y="4761275"/>
            <a:ext cx="1736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Date: </a:t>
            </a:r>
            <a:endParaRPr b="0" i="0" sz="1500" u="none" cap="none" strike="noStrik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974175" y="3483675"/>
            <a:ext cx="28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Guide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Mrs. S P Vanjari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797675" y="4761275"/>
            <a:ext cx="203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29/10/2025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CEP Project Title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73" name="Google Shape;73;p15"/>
          <p:cNvGraphicFramePr/>
          <p:nvPr/>
        </p:nvGraphicFramePr>
        <p:xfrm>
          <a:off x="-4" y="5164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{EBB588E3-062D-4AAC-A799-1175A2FB6B9E}</a:tableStyleId>
              </a:tblPr>
              <a:tblGrid>
                <a:gridCol w="9144000"/>
              </a:tblGrid>
              <a:tr h="65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Remote Classroom for Rural Colleges</a:t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B340">
                        <a:alpha val="65880"/>
                      </a:srgbClr>
                    </a:solidFill>
                  </a:tcPr>
                </a:tc>
              </a:tr>
              <a:tr h="3968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 of the project : </a:t>
                      </a:r>
                      <a:br>
                        <a:rPr lang="en" u="none" cap="none" strike="noStrike"/>
                      </a:b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Rural diploma colleges lack subject lecturers in fields like AI, VLSI, and renewable energy. Existing e-learning solutions fail due to unstable internet, high bandwidth requirements, costly infrastructure, and limited device compatibility.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Area/Community of focus:</a:t>
                      </a:r>
                      <a:endParaRPr b="1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Rural and semi-urban diploma colleges in India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Students dependent on self-study and low-cost smartphones with limited data access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AutoNum type="arabicPeriod"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Urban faculty providing remote expertise needing simple, low-cost teaching tools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Proposed Solution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03125" y="636175"/>
            <a:ext cx="84891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Technology/Tools/Approach used</a:t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03125" y="1731950"/>
            <a:ext cx="30252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: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lphaLcParenR"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React.JS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lphaLcParenR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Tailwind.CSS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lphaLcParenR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Typescript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: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lphaLcParenR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Express.JS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: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lphaLcParenR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293625" y="1731950"/>
            <a:ext cx="27060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model training and dataset preparation​​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Custom dataset (2 classes)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📂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Engagement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📂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Disengagement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images: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8000</a:t>
            </a:r>
            <a:b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Resized to 224×224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Rescaled pixel values to [0,1]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Split: 80% Training, 20% Validation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5999650" y="1695775"/>
            <a:ext cx="30252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Framework: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TensorFlow + Keras (on Kaggle)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Tested:</a:t>
            </a:r>
            <a:b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MobileNetV2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🟢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ResNet50 🔵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VGG16 🔴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HomePage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8" name="Google Shape;88;p17" title="Screenshot from 2025-10-29 10-56-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63" y="653500"/>
            <a:ext cx="7629869" cy="42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Login Page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4" name="Google Shape;94;p18" title="Screenshot from 2025-10-29 10-56-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63" y="676400"/>
            <a:ext cx="7629869" cy="42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Student Dashboard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00" name="Google Shape;100;p19" title="Screenshot from 2025-10-29 10-57-00.png"/>
          <p:cNvPicPr preferRelativeResize="0"/>
          <p:nvPr/>
        </p:nvPicPr>
        <p:blipFill rotWithShape="1">
          <a:blip r:embed="rId3">
            <a:alphaModFix/>
          </a:blip>
          <a:srcRect b="4223" l="0" r="0" t="0"/>
          <a:stretch/>
        </p:blipFill>
        <p:spPr>
          <a:xfrm>
            <a:off x="152400" y="699300"/>
            <a:ext cx="7629874" cy="411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Admin Dashboard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06" name="Google Shape;106;p20" title="Screenshot from 2025-10-29 11-01-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99300"/>
            <a:ext cx="8839200" cy="4069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Accuracy &amp; Loss Comparison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73200" y="617100"/>
            <a:ext cx="8676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Kaggle Link -&gt;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https://www.kaggle.com/code/imgojo/face-engagement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All Models -&gt;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https://keras.io/api/applications/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114" name="Google Shape;114;p21"/>
          <p:cNvGraphicFramePr/>
          <p:nvPr/>
        </p:nvGraphicFramePr>
        <p:xfrm>
          <a:off x="73200" y="159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{58AE612E-0927-4370-9480-019F5B6FB3C8}</a:tableStyleId>
              </a:tblPr>
              <a:tblGrid>
                <a:gridCol w="866775"/>
                <a:gridCol w="1343025"/>
                <a:gridCol w="1028700"/>
              </a:tblGrid>
              <a:tr h="582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 Accuracy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 Loss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2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MobileNetV2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60.22%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1.398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2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ResNet50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62.72%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VGG16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59.22%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1.779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5" name="Google Shape;1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2057" y="1501412"/>
            <a:ext cx="5712834" cy="24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>
            <a:off x="0" y="-29025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Analysis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2574750" y="26672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1332300" y="1833325"/>
            <a:ext cx="79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3" name="Google Shape;123;p22"/>
          <p:cNvGraphicFramePr/>
          <p:nvPr/>
        </p:nvGraphicFramePr>
        <p:xfrm>
          <a:off x="-25" y="51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{86428676-EFBD-4402-BE8F-409962069F54}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538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</a:t>
                      </a: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</a:t>
                      </a: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Loss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Lightweight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Remarks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435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MobileNetV2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60.22%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1.398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Balanced; lower loss; fast training; ideal for real-time/rural classroom monitoring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435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ResNet50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62.72%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Slightly higher accuracy; heavier computation; best if hardware permits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07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VGG16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59.22%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1.779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Underperformed due to overfitting and high parameter count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MOBILENETV2 MODEL SELECTION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73200" y="798475"/>
            <a:ext cx="8676900" cy="1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MOBILENETV2 IS IDEAL?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for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low-compute, low-power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environments.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memory and processing time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perfect for mobile and edge devices.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Offers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acceptable accuracy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real-time monitoring.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suited for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in rural setups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low-bandwidth connectivity.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run efficiently on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entry-level smartphones or Raspberry Pi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4788" y="2632900"/>
            <a:ext cx="5873713" cy="23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Feasibility and Sustainability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73200" y="798475"/>
            <a:ext cx="4294500" cy="3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it be scaled or maintained?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Cloud Infrastructure: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Auto-scaling server architecture​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handle 10,000+ concurrent sessions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Regional servers for faster access​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Software-Only Approach: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hardware dependencies​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on existing student/faculty devices​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PWA updates automatically (no manual updates)​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Low Maintenance: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monitoring and alerts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Minimal technical support needed​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Cloud-based recording storage (scalable)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4572000" y="798475"/>
            <a:ext cx="42945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Sustainability: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Partner with State Education Departments​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subsidized deployment​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Freemium model: Basic free, Premium features paid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Corporate CSR funding opportunities​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NGO partnerships for rural implementation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Feasibility and Sustainability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80200" y="1568250"/>
            <a:ext cx="42945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Implementation Cost (Per Institute):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Setup: ₹0 (software only)​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hosting: ₹5,000-10,000/month (100 students)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Bandwidth cost: Borne by users (affordable 2G/3G plans)​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Training: ₹15,000 one-time (2-day faculty workshop)​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first year: ₹75,000-1,35,000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4572000" y="1568250"/>
            <a:ext cx="42945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Comparison - Traditional Video Conferencing: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licenses: ₹50,000-2,00,000/year​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High-speed internet: ₹20,000-50,000/month​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(cameras, mics): ₹50,000+​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Total: ₹3,00,000-8,00,000/year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80200" y="10275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and complexity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Final Outcome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133075" y="984800"/>
            <a:ext cx="8616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comparison</a:t>
            </a: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access to specialist faculty in AI, VLSI, Renewable Energy​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Students travel 50-100 km for coaching (₹5,000-10,000/month)​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Outdated self-study materials​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 dropout rates in technical courses​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Urban-rural knowledge gap increasing​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Limited career opportunities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comparison</a:t>
            </a: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Direct access to expert faculty from cities​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Learn from home (zero travel cost)​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Live + recorded lectures available​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Interactive learning with polls/quizzes​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Improved course completion rates (target: +40%)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Better job placement opportunities​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➔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Bridging urban-rural education divide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Team Contributions and Learning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578900" y="1091250"/>
            <a:ext cx="81711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each member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Gaurav Jadhav : 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Collecting and creating the dataset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Refining the dataset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the models which are necessary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Research/Survey Proposal Paper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Shreyash Ma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ndlapure : 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(UI - UX)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(DataBase)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Documentation(Diagrams - UML,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etc.)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Team Contributions and Learning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146950" y="769775"/>
            <a:ext cx="43458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Reflection / Learnings</a:t>
            </a:r>
            <a:br>
              <a:rPr b="1" lang="en" sz="1100">
                <a:solidFill>
                  <a:schemeClr val="dk1"/>
                </a:solidFill>
              </a:rPr>
            </a:b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4572000" y="1152475"/>
            <a:ext cx="4178100" cy="30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 detection and recognition (Gaurav)​​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model training and dataset preparation​​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MobileNet v3 for resource-constrained devices​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processing optimization​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 &amp; backend for low-end devices (Shreyash)​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 design principles​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 considerations​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Minimalist interface for faster loading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for server process and users request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for managing users data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8"/>
          <p:cNvSpPr txBox="1"/>
          <p:nvPr/>
        </p:nvSpPr>
        <p:spPr>
          <a:xfrm>
            <a:off x="243400" y="1195100"/>
            <a:ext cx="43458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Learnings:</a:t>
            </a:r>
            <a:endParaRPr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Low-bandwidth optimization techniques​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Opus codec implementation and tuning​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WebRTC bandwidth estimation algorithms​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codec comparison (VP8 vs H.264)​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Progressive Web App (PWA) development​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workers for offline functionality​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 strategies for educational content​​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Team Contributions and Learning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9"/>
          <p:cNvSpPr txBox="1"/>
          <p:nvPr/>
        </p:nvSpPr>
        <p:spPr>
          <a:xfrm>
            <a:off x="146950" y="769775"/>
            <a:ext cx="4345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 / Learnings</a:t>
            </a:r>
            <a:b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4572000" y="1152475"/>
            <a:ext cx="4178100" cy="30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Management:</a:t>
            </a:r>
            <a:endParaRPr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 engagement (students, faculty, colleges)​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Iterative development and testing​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feedback incorporation​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Cross-functional collaboration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243400" y="1195100"/>
            <a:ext cx="43458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Knowledge:</a:t>
            </a:r>
            <a:endParaRPr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Rural education challenges and constraints​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NEP 2020 guidelines for digital education​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Bandwidth limitations in rural India (2G/3G networks)​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behavior in low-connectivity environments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Team Contributions and Learning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>
            <a:off x="146950" y="769775"/>
            <a:ext cx="43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Skills Learned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30"/>
          <p:cNvSpPr txBox="1"/>
          <p:nvPr/>
        </p:nvSpPr>
        <p:spPr>
          <a:xfrm>
            <a:off x="4572000" y="1152475"/>
            <a:ext cx="4178100" cy="30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Shreyash Mandlapure: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Development: React.js, PWA architecture​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Development : Suprabase (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PostgreSQL</a:t>
            </a:r>
            <a:r>
              <a:rPr lang="en" sz="1200"/>
              <a:t>)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 Design: Figma, user research, prototyping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Mobile-First Design: Responsive layouts, touch interactions​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Documentation: UML diagrams, Use Case, Activity diagrams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Testing: User acceptance testing, accessibility testing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243400" y="1195100"/>
            <a:ext cx="43458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Gaurav Jadhav: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Learning: Face detection model training​​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Vision: OpenCV, facial recognition algorithms​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Management: Collection, cleaning, augmentation​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Skills: Academic paper writing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Deployment: Model serving on low-resource servers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Future Scope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1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1"/>
          <p:cNvSpPr txBox="1"/>
          <p:nvPr/>
        </p:nvSpPr>
        <p:spPr>
          <a:xfrm>
            <a:off x="578900" y="1091250"/>
            <a:ext cx="73866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br>
              <a:rPr b="1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augmentation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samples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improve accuracy.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tracking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(using short video clips instead of stills).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with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 engagement cues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(voice tone, response timing).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using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 web app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offline fallback for rural classrooms.</a:t>
            </a:r>
            <a:br>
              <a:rPr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